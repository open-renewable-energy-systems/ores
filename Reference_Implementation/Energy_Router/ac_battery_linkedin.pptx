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C_Battery_gre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935" y="744220"/>
            <a:ext cx="7397115" cy="3707765"/>
          </a:xfrm>
          <a:prstGeom prst="rect">
            <a:avLst/>
          </a:prstGeom>
        </p:spPr>
      </p:pic>
      <p:pic>
        <p:nvPicPr>
          <p:cNvPr id="5" name="图片 4" descr="AC_Battery_grey"/>
          <p:cNvPicPr>
            <a:picLocks noChangeAspect="1"/>
          </p:cNvPicPr>
          <p:nvPr/>
        </p:nvPicPr>
        <p:blipFill>
          <a:blip r:embed="rId1"/>
          <a:srcRect t="60986" r="1828" b="2295"/>
          <a:stretch>
            <a:fillRect/>
          </a:stretch>
        </p:blipFill>
        <p:spPr>
          <a:xfrm>
            <a:off x="2019300" y="2819400"/>
            <a:ext cx="7338060" cy="1361440"/>
          </a:xfrm>
          <a:prstGeom prst="rect">
            <a:avLst/>
          </a:prstGeom>
        </p:spPr>
      </p:pic>
      <p:pic>
        <p:nvPicPr>
          <p:cNvPr id="6" name="图片 5" descr="AC_Battery_grey"/>
          <p:cNvPicPr>
            <a:picLocks noChangeAspect="1"/>
          </p:cNvPicPr>
          <p:nvPr/>
        </p:nvPicPr>
        <p:blipFill>
          <a:blip r:embed="rId1"/>
          <a:srcRect r="94609"/>
          <a:stretch>
            <a:fillRect/>
          </a:stretch>
        </p:blipFill>
        <p:spPr>
          <a:xfrm>
            <a:off x="1749425" y="744220"/>
            <a:ext cx="398780" cy="3707765"/>
          </a:xfrm>
          <a:prstGeom prst="rect">
            <a:avLst/>
          </a:prstGeom>
        </p:spPr>
      </p:pic>
      <p:pic>
        <p:nvPicPr>
          <p:cNvPr id="7" name="图片 6" descr="AC_Battery_grey"/>
          <p:cNvPicPr>
            <a:picLocks noChangeAspect="1"/>
          </p:cNvPicPr>
          <p:nvPr/>
        </p:nvPicPr>
        <p:blipFill>
          <a:blip r:embed="rId1"/>
          <a:srcRect r="94609"/>
          <a:stretch>
            <a:fillRect/>
          </a:stretch>
        </p:blipFill>
        <p:spPr>
          <a:xfrm flipH="1">
            <a:off x="9227185" y="744220"/>
            <a:ext cx="415290" cy="37077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WPS_1685937545</cp:lastModifiedBy>
  <cp:revision>155</cp:revision>
  <dcterms:created xsi:type="dcterms:W3CDTF">2019-06-19T02:08:00Z</dcterms:created>
  <dcterms:modified xsi:type="dcterms:W3CDTF">2025-02-01T23:44:07Z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CA4DD17C174347E6915E02149E4C46EE_11</vt:lpwstr>
  </property>
</Properties>
</file>